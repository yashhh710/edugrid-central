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274320"/>
            <a:ext cx="402336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347472"/>
            <a:ext cx="384048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EduGrid Central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A React-Powered E-Learning Platform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 Yash Tambade  |  Roll: 15009675173  |  B.Tech-CSE  |  Sem VI  |  June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749040" y="40690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74904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Project #70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🌐  edu-grid-co.vercel.app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1887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1155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5174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1097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174B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we need EduGrid Central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155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5174B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40680" y="1097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174B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4068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React 19 · Vite · React Router v7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26771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3774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5174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2359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174B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272491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8 must-have capabilities built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26771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23774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5174B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2359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174B"/>
                </a:solidFill>
              </a:rPr>
              <a:t>Component Architecture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272491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Modular, scalable design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3529584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" y="36393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5174B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1560" y="36210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174B"/>
                </a:solidFill>
              </a:rPr>
              <a:t>UI Walkthrough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51560" y="398678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Landing → Dashboard → Quiz → Certs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3529584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46320" y="36393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5174B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40680" y="36210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174B"/>
                </a:solidFill>
              </a:rPr>
              <a:t>Conclusion &amp; Links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40680" y="398678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GitHub · Live Demo ·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1887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B5174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The online education boom revealed serious UX gaps in existing platforms: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DF0F4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🐢  Slow Navigation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792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Multi-page reloads disrupt the learning flow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DF0F4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📱  Poor Mobile UX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92040" y="1792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Inconsistent UI across devices, poor responsiveness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37744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DF0F4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📊  No Progress Tracking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2798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Lack of transparent milestone visibility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37744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DF0F4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🗂️  Cluttered Catalogs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2040" y="2798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Overwhelming course lists with no smart discovery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14600" y="338328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DF0F4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3474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🎓  No Certificates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651760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No system to validate or reward learning outcomes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"/>
            <a:ext cx="15087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91440"/>
            <a:ext cx="150876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91440"/>
            <a:ext cx="150876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82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Modern, production-grade front-end toolchain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11480" y="1261872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11480" y="1426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⚛️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11480" y="19476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74B"/>
                </a:solidFill>
              </a:rPr>
              <a:t>React 19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292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Component-based SPA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1261872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246120" y="1426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246120" y="19476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74B"/>
                </a:solidFill>
              </a:rPr>
              <a:t>Vite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Lightning-fast build + HMR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1261872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080760" y="1426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080760" y="19476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74B"/>
                </a:solidFill>
              </a:rPr>
              <a:t>React Router v7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17220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Client-side routing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11480" y="2999232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11480" y="31638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411480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74B"/>
                </a:solidFill>
              </a:rPr>
              <a:t>Pure CSS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02920" y="40416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Grid &amp; Flexbox layouts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46120" y="2999232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3246120" y="31638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3246120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74B"/>
                </a:solidFill>
              </a:rPr>
              <a:t>Vercel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3337560" y="40416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CI/CD auto-deploy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080760" y="2999232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080760" y="31638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6080760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74B"/>
                </a:solidFill>
              </a:rPr>
              <a:t>ESLint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172200" y="40416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Code quality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1887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Must-Have Features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B5174B"/>
          </a:solidFill>
          <a:ln/>
        </p:spPr>
      </p:sp>
      <p:sp>
        <p:nvSpPr>
          <p:cNvPr id="5" name="Shape 2"/>
          <p:cNvSpPr/>
          <p:nvPr/>
        </p:nvSpPr>
        <p:spPr>
          <a:xfrm>
            <a:off x="320040" y="96012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6" name="Shape 3"/>
          <p:cNvSpPr/>
          <p:nvPr/>
        </p:nvSpPr>
        <p:spPr>
          <a:xfrm>
            <a:off x="411480" y="11247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6968" y="1051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Expandable Lesson List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" y="13624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Tiered modules — click to reveal video lectures &amp; reading material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11" name="Shape 8"/>
          <p:cNvSpPr/>
          <p:nvPr/>
        </p:nvSpPr>
        <p:spPr>
          <a:xfrm>
            <a:off x="4846320" y="11247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21808" y="1051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Video Progress Tracker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21808" y="13624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Saves exact spot; undo accidental skips instantly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192024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6968" y="2011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Guided Quiz Creator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6968" y="23225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Step-by-step MCQ form with answer saving &amp; layout management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192024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21" name="Shape 18"/>
          <p:cNvSpPr/>
          <p:nvPr/>
        </p:nvSpPr>
        <p:spPr>
          <a:xfrm>
            <a:off x="48463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21808" y="2011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Lag-Free Gradebook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21808" y="23225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Scrollable table of all grades &amp; milestones without slowdown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0040" y="288036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26" name="Shape 23"/>
          <p:cNvSpPr/>
          <p:nvPr/>
        </p:nvSpPr>
        <p:spPr>
          <a:xfrm>
            <a:off x="411480" y="304495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27" name="Text 24"/>
          <p:cNvSpPr/>
          <p:nvPr/>
        </p:nvSpPr>
        <p:spPr>
          <a:xfrm>
            <a:off x="411480" y="3044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86968" y="2971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Grade Sorter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86968" y="32826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Rank &amp; filter scores by course category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288036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31" name="Shape 28"/>
          <p:cNvSpPr/>
          <p:nvPr/>
        </p:nvSpPr>
        <p:spPr>
          <a:xfrm>
            <a:off x="4846320" y="304495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32" name="Text 29"/>
          <p:cNvSpPr/>
          <p:nvPr/>
        </p:nvSpPr>
        <p:spPr>
          <a:xfrm>
            <a:off x="4846320" y="3044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321808" y="2971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Student Access Hub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21808" y="32826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Central system verifying enrollment &amp; content permissions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20040" y="38404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36" name="Shape 33"/>
          <p:cNvSpPr/>
          <p:nvPr/>
        </p:nvSpPr>
        <p:spPr>
          <a:xfrm>
            <a:off x="411480" y="4005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86968" y="39319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Video Error Safety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86968" y="42428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Auto-displays text fallback if video fails to load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54880" y="38404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DF0F4"/>
          </a:solidFill>
          <a:ln/>
        </p:spPr>
      </p:sp>
      <p:sp>
        <p:nvSpPr>
          <p:cNvPr id="41" name="Shape 38"/>
          <p:cNvSpPr/>
          <p:nvPr/>
        </p:nvSpPr>
        <p:spPr>
          <a:xfrm>
            <a:off x="4846320" y="4005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5174B"/>
          </a:solidFill>
          <a:ln/>
        </p:spPr>
      </p:sp>
      <p:sp>
        <p:nvSpPr>
          <p:cNvPr id="42" name="Text 39"/>
          <p:cNvSpPr/>
          <p:nvPr/>
        </p:nvSpPr>
        <p:spPr>
          <a:xfrm>
            <a:off x="4846320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321808" y="39319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Subtitle Customizer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321808" y="42428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Adjust subtitle size &amp; style for any screen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1887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B5174B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96012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DF0F4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📁 Directory Structure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44752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EduGrid-Central/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components/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pages/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assets/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App.jsx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public/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vite.config.js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31920" y="960120"/>
            <a:ext cx="4983480" cy="347472"/>
          </a:xfrm>
          <a:prstGeom prst="rect">
            <a:avLst/>
          </a:prstGeom>
          <a:solidFill>
            <a:srgbClr val="B5174B"/>
          </a:solidFill>
          <a:ln/>
        </p:spPr>
      </p:sp>
      <p:sp>
        <p:nvSpPr>
          <p:cNvPr id="9" name="Text 6"/>
          <p:cNvSpPr/>
          <p:nvPr/>
        </p:nvSpPr>
        <p:spPr>
          <a:xfrm>
            <a:off x="3977640" y="960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Component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960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Responsibility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83880" y="96012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1335024"/>
            <a:ext cx="4983480" cy="384048"/>
          </a:xfrm>
          <a:prstGeom prst="rect">
            <a:avLst/>
          </a:prstGeom>
          <a:solidFill>
            <a:srgbClr val="FDF0F4"/>
          </a:solidFill>
          <a:ln/>
        </p:spPr>
      </p:sp>
      <p:sp>
        <p:nvSpPr>
          <p:cNvPr id="13" name="Text 10"/>
          <p:cNvSpPr/>
          <p:nvPr/>
        </p:nvSpPr>
        <p:spPr>
          <a:xfrm>
            <a:off x="4005072" y="13350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App.jsx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133502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Root + Routes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83880" y="133502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Root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31920" y="1746504"/>
            <a:ext cx="4983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005072" y="17465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Navbar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174650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Top navigation links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83880" y="174650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Layout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31920" y="2157984"/>
            <a:ext cx="4983480" cy="384048"/>
          </a:xfrm>
          <a:prstGeom prst="rect">
            <a:avLst/>
          </a:prstGeom>
          <a:solidFill>
            <a:srgbClr val="FDF0F4"/>
          </a:solidFill>
          <a:ln/>
        </p:spPr>
      </p:sp>
      <p:sp>
        <p:nvSpPr>
          <p:cNvPr id="21" name="Text 18"/>
          <p:cNvSpPr/>
          <p:nvPr/>
        </p:nvSpPr>
        <p:spPr>
          <a:xfrm>
            <a:off x="4005072" y="215798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Hero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21579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Landing CTA section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83880" y="21579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Page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931920" y="2569464"/>
            <a:ext cx="4983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005072" y="256946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CourseGrid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97880" y="256946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Grid of courses with filters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183880" y="25694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Feature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931920" y="2980944"/>
            <a:ext cx="4983480" cy="384048"/>
          </a:xfrm>
          <a:prstGeom prst="rect">
            <a:avLst/>
          </a:prstGeom>
          <a:solidFill>
            <a:srgbClr val="FDF0F4"/>
          </a:solidFill>
          <a:ln/>
        </p:spPr>
      </p:sp>
      <p:sp>
        <p:nvSpPr>
          <p:cNvPr id="29" name="Text 26"/>
          <p:cNvSpPr/>
          <p:nvPr/>
        </p:nvSpPr>
        <p:spPr>
          <a:xfrm>
            <a:off x="4005072" y="29809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VideoPlayer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97880" y="29809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Video with progress tracking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83880" y="298094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Feature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931920" y="3392424"/>
            <a:ext cx="4983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4005072" y="33924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QuizPanel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897880" y="339242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MCQ quiz handler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183880" y="339242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Feature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931920" y="3803904"/>
            <a:ext cx="4983480" cy="384048"/>
          </a:xfrm>
          <a:prstGeom prst="rect">
            <a:avLst/>
          </a:prstGeom>
          <a:solidFill>
            <a:srgbClr val="FDF0F4"/>
          </a:solidFill>
          <a:ln/>
        </p:spPr>
      </p:sp>
      <p:sp>
        <p:nvSpPr>
          <p:cNvPr id="37" name="Text 34"/>
          <p:cNvSpPr/>
          <p:nvPr/>
        </p:nvSpPr>
        <p:spPr>
          <a:xfrm>
            <a:off x="4005072" y="38039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GradebookPanel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897880" y="380390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Scrollable grades table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183880" y="380390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Feature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931920" y="4215384"/>
            <a:ext cx="4983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4005072" y="421538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Certificate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897880" y="42153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Certificate on completion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183880" y="4215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Feature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91440"/>
            <a:ext cx="150876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"/>
            <a:ext cx="150876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10 Screens · 1 Seamless SPA Experience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20040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Landing Page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22860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Hero · Features · Pricing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0116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057400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Login / Pricing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57400" y="22860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Auth form · Plan selector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749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794760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94760" y="22860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Progress cards · sidebar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532120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Courses Page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32120" y="22860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Grid catalog · filters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223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2376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▶️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269480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Video Player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69480" y="22860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Tracker · fallback · subs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30632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7432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320040" y="3721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Quiz Page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20040" y="40690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Guided MCQ creator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011680" y="30632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01168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2057400" y="3721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Quiz Player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057400" y="40690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Step-by-step experience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749040" y="30632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374904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3794760" y="3721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Student Data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794760" y="40690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Enrollment verification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486400" y="30632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48640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5532120" y="3721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Certificates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532120" y="40690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Certificate gallery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223760" y="30632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22376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7269480" y="3721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174B"/>
                </a:solidFill>
              </a:rPr>
              <a:t>Certificate View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269480" y="40690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Styled cert + name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1887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B5174B"/>
          </a:solidFill>
          <a:ln/>
        </p:spPr>
      </p:sp>
      <p:sp>
        <p:nvSpPr>
          <p:cNvPr id="5" name="Shape 2"/>
          <p:cNvSpPr/>
          <p:nvPr/>
        </p:nvSpPr>
        <p:spPr>
          <a:xfrm>
            <a:off x="320040" y="96012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11480" y="1920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Must-Have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68880" y="96012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2560320" y="1920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UI Screens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Built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96012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4709160" y="1920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Responsive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Design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96012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DF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6858000" y="1920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UI Framework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Dependencies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174B"/>
                </a:solidFill>
              </a:rPr>
              <a:t>Engineering Principles Applied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3741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Component-Based Architecture — separation of concerns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803904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7764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DRY Code — reusable components across the platform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178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Performance-First — Vite HMR, client-side routing, lazy rendering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608576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58114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CI/CD via Vercel — every push deploys automatically to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11887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B5174B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32688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9052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</a:rPr>
              <a:t>Fast, responsive SPA — React 19 + Vite delivers near-instant navigation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408176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3807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</a:rPr>
              <a:t>Intuitive grid-based course discovery across all screen sizes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883664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8562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</a:rPr>
              <a:t>Seamless client-side routing via React Router v7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359152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331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</a:rPr>
              <a:t>Complete learning lifecycle — progress tracking + certificate generation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8072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</a:rPr>
              <a:t>Clean, maintainable codebase with modular component architecture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310128"/>
            <a:ext cx="164592" cy="164592"/>
          </a:xfrm>
          <a:prstGeom prst="ellipse">
            <a:avLst/>
          </a:prstGeom>
          <a:solidFill>
            <a:srgbClr val="B5174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2826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</a:rPr>
              <a:t>Auto CI/CD — GitHub push → Vercel production in seconds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65760" y="38862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DF0F4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🔗 Project Links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42428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GitHub: github.com/Yashhh710/EduGrid-Central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174B"/>
                </a:solidFill>
              </a:rPr>
              <a:t>Live Demo: edu-grid-co.vercel.app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38862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DF0F4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3950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74B"/>
                </a:solidFill>
              </a:rPr>
              <a:t>📚 Tech References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00600" y="42428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react.dev  ·  reactrouter.com  ·  vitejs.dev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0600" y="4480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vercel.com/docs  ·  eslint.org  ·  MDN Web Docs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4320"/>
            <a:ext cx="3657600" cy="10972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74320"/>
            <a:ext cx="365760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EduGrid Central — ITM Skills University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200400" y="3401568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Yash Tambade  ·  Roll 15009675173  ·  B.Tech-CSE Sem VI  ·  June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edu-grid-co.vercel.app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EduGrid Central - Project Presentation</dc:title>
  <dc:subject>PptxGenJS Presentation</dc:subject>
  <dc:creator>Yash Tambade</dc:creator>
  <cp:lastModifiedBy>Yash Tambade</cp:lastModifiedBy>
  <cp:revision>1</cp:revision>
  <dcterms:created xsi:type="dcterms:W3CDTF">2026-06-15T21:07:56Z</dcterms:created>
  <dcterms:modified xsi:type="dcterms:W3CDTF">2026-06-15T21:07:56Z</dcterms:modified>
</cp:coreProperties>
</file>